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5" name="Image 0" descr="/home/claude/images/cropped_pag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24" y="1417320"/>
            <a:ext cx="10296446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Registration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pic>
        <p:nvPicPr>
          <p:cNvPr id="5" name="Image 0" descr="/home/claude/images/cropped_pag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9429" y="1417320"/>
            <a:ext cx="8392837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pic>
        <p:nvPicPr>
          <p:cNvPr id="5" name="Image 0" descr="/home/claude/images/cropped_pag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8564" y="1417320"/>
            <a:ext cx="8494568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Home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pic>
        <p:nvPicPr>
          <p:cNvPr id="5" name="Image 0" descr="/home/claude/images/cropped_pag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525" y="1417320"/>
            <a:ext cx="10372646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 Books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pic>
        <p:nvPicPr>
          <p:cNvPr id="5" name="Image 0" descr="/home/claude/images/cropped_pag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525" y="1417320"/>
            <a:ext cx="10372646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Registration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pic>
        <p:nvPicPr>
          <p:cNvPr id="5" name="Image 0" descr="/home/claude/images/cropped_pag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9429" y="1417320"/>
            <a:ext cx="8392837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Login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pic>
        <p:nvPicPr>
          <p:cNvPr id="5" name="Image 0" descr="/home/claude/images/cropped_pag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8564" y="1417320"/>
            <a:ext cx="8494568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Products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pic>
        <p:nvPicPr>
          <p:cNvPr id="5" name="Image 0" descr="/home/claude/images/cropped_pag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5793" y="1417320"/>
            <a:ext cx="7220109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Book Page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pic>
        <p:nvPicPr>
          <p:cNvPr id="5" name="Image 0" descr="/home/claude/images/cropped_pag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585" y="1417320"/>
            <a:ext cx="8190526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pic>
        <p:nvPicPr>
          <p:cNvPr id="5" name="Image 0" descr="/home/claude/images/cropped_pag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585" y="1417320"/>
            <a:ext cx="8190526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11</a:t>
            </a:r>
            <a:endParaRPr lang="en-US" sz="1600" dirty="0"/>
          </a:p>
        </p:txBody>
      </p:sp>
      <p:pic>
        <p:nvPicPr>
          <p:cNvPr id="5" name="Image 0" descr="/home/claude/images/cropped_pag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9429" y="1417320"/>
            <a:ext cx="8392837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pic>
        <p:nvPicPr>
          <p:cNvPr id="5" name="Image 0" descr="/home/claude/images/cropped_pag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8564" y="1417320"/>
            <a:ext cx="8494568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Homepage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13</a:t>
            </a:r>
            <a:endParaRPr lang="en-US" sz="1600" dirty="0"/>
          </a:p>
        </p:txBody>
      </p:sp>
      <p:pic>
        <p:nvPicPr>
          <p:cNvPr id="5" name="Image 0" descr="/home/claude/images/cropped_pag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5793" y="1417320"/>
            <a:ext cx="7220109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BookView Page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14</a:t>
            </a:r>
            <a:endParaRPr lang="en-US" sz="1600" dirty="0"/>
          </a:p>
        </p:txBody>
      </p:sp>
      <p:pic>
        <p:nvPicPr>
          <p:cNvPr id="5" name="Image 0" descr="/home/claude/images/cropped_page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6022" y="1417320"/>
            <a:ext cx="8299652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History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457200"/>
            <a:ext cx="502920" cy="502920"/>
          </a:xfrm>
          <a:prstGeom prst="ellipse">
            <a:avLst/>
          </a:prstGeom>
          <a:solidFill>
            <a:srgbClr val="7C6BF2"/>
          </a:solidFill>
          <a:ln/>
        </p:spPr>
      </p:sp>
      <p:sp>
        <p:nvSpPr>
          <p:cNvPr id="4" name="Text 2"/>
          <p:cNvSpPr/>
          <p:nvPr/>
        </p:nvSpPr>
        <p:spPr>
          <a:xfrm>
            <a:off x="11140135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15</a:t>
            </a:r>
            <a:endParaRPr lang="en-US" sz="1600" dirty="0"/>
          </a:p>
        </p:txBody>
      </p:sp>
      <p:pic>
        <p:nvPicPr>
          <p:cNvPr id="5" name="Image 0" descr="/home/claude/images/cropped_page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9842" y="1417320"/>
            <a:ext cx="7372012" cy="4983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BookStore Application Walkthrough</dc:title>
  <dc:subject>PptxGenJS Presentation</dc:subject>
  <dc:creator>BookStore</dc:creator>
  <cp:lastModifiedBy>BookStore</cp:lastModifiedBy>
  <cp:revision>1</cp:revision>
  <dcterms:created xsi:type="dcterms:W3CDTF">2026-07-07T15:48:38Z</dcterms:created>
  <dcterms:modified xsi:type="dcterms:W3CDTF">2026-07-07T15:48:38Z</dcterms:modified>
</cp:coreProperties>
</file>